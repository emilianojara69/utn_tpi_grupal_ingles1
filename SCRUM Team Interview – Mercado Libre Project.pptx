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17906-5911-4581-9977-C7EAF6A3358A}" type="datetimeFigureOut">
              <a:rPr lang="es-AR" smtClean="0"/>
              <a:t>9/11/2025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12C3ED-60DD-4DF9-A7F6-C5F2BD290AF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69726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12C3ED-60DD-4DF9-A7F6-C5F2BD290AF5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46223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019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437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97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22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460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179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395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11/9/2025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45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711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614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98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9770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650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571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403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5186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18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081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2F343-CA11-EB84-B006-847E0965E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665" y="118657"/>
            <a:ext cx="9404723" cy="1400530"/>
          </a:xfrm>
        </p:spPr>
        <p:txBody>
          <a:bodyPr/>
          <a:lstStyle/>
          <a:p>
            <a:r>
              <a:rPr lang="es-AR" sz="4400" dirty="0"/>
              <a:t>SCRUM Team Interview – Mercado Libre Project</a:t>
            </a:r>
            <a:endParaRPr lang="es-AR" dirty="0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16B20E11-CB5F-1430-2CE6-A68C7F33E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97065" y="0"/>
            <a:ext cx="2162175" cy="2114550"/>
          </a:xfrm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75B899EB-EA08-2E8C-AD25-1D243E8FEE17}"/>
              </a:ext>
            </a:extLst>
          </p:cNvPr>
          <p:cNvSpPr txBox="1">
            <a:spLocks/>
          </p:cNvSpPr>
          <p:nvPr/>
        </p:nvSpPr>
        <p:spPr>
          <a:xfrm>
            <a:off x="555067" y="1686100"/>
            <a:ext cx="7766936" cy="109689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/>
              <a:t>Project Name:</a:t>
            </a:r>
            <a:br>
              <a:rPr lang="en-US" b="1" dirty="0"/>
            </a:br>
            <a:r>
              <a:rPr lang="en-US" b="1" dirty="0"/>
              <a:t>MeliTrack – Seller Dashboard for Real-Time Order &amp; Feedback Tracking</a:t>
            </a:r>
          </a:p>
          <a:p>
            <a:r>
              <a:rPr lang="en-US" b="1" dirty="0"/>
              <a:t>Presented by:</a:t>
            </a:r>
            <a:br>
              <a:rPr lang="en-US" b="1" dirty="0"/>
            </a:br>
            <a:r>
              <a:rPr lang="en-US" b="1" dirty="0"/>
              <a:t>Laura Diaco – HR Recruiter at </a:t>
            </a:r>
            <a:r>
              <a:rPr lang="en-US" b="1" i="1" dirty="0"/>
              <a:t>Mercado Libre Tech Talent</a:t>
            </a:r>
            <a:endParaRPr lang="en-US" b="1" dirty="0"/>
          </a:p>
          <a:p>
            <a:endParaRPr lang="es-AR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DAEACC9-CC9D-7179-CBA1-002E3491019E}"/>
              </a:ext>
            </a:extLst>
          </p:cNvPr>
          <p:cNvSpPr txBox="1"/>
          <p:nvPr/>
        </p:nvSpPr>
        <p:spPr>
          <a:xfrm>
            <a:off x="639097" y="2910348"/>
            <a:ext cx="10363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3"/>
                </a:solidFill>
              </a:rPr>
              <a:t>Selection Process – Interview Stages</a:t>
            </a:r>
          </a:p>
          <a:p>
            <a:endParaRPr lang="en-US" dirty="0"/>
          </a:p>
          <a:p>
            <a:r>
              <a:rPr lang="en-US" b="1" dirty="0"/>
              <a:t>1 Project Presentation</a:t>
            </a:r>
            <a:br>
              <a:rPr lang="en-US" dirty="0"/>
            </a:br>
            <a:r>
              <a:rPr lang="en-US" dirty="0"/>
              <a:t>Overview of </a:t>
            </a:r>
            <a:r>
              <a:rPr lang="en-US" i="1" dirty="0"/>
              <a:t>MeliTrack</a:t>
            </a:r>
            <a:r>
              <a:rPr lang="en-US" dirty="0"/>
              <a:t>, its goals, tools, and team needs.</a:t>
            </a:r>
          </a:p>
          <a:p>
            <a:r>
              <a:rPr lang="en-US" b="1" dirty="0"/>
              <a:t>2 Candidate Introductions</a:t>
            </a:r>
            <a:br>
              <a:rPr lang="en-US" dirty="0"/>
            </a:br>
            <a:r>
              <a:rPr lang="en-US" dirty="0"/>
              <a:t>Each applicant presents their role, skills, and daily tasks.</a:t>
            </a:r>
          </a:p>
          <a:p>
            <a:r>
              <a:rPr lang="en-US" b="1" dirty="0"/>
              <a:t>3 Role-Specific Questions</a:t>
            </a:r>
            <a:br>
              <a:rPr lang="en-US" dirty="0"/>
            </a:br>
            <a:r>
              <a:rPr lang="en-US" dirty="0"/>
              <a:t>Focused questions to explore experience and fit for the SCRUM team.</a:t>
            </a:r>
          </a:p>
          <a:p>
            <a:r>
              <a:rPr lang="en-US" b="1" dirty="0"/>
              <a:t>4 Final Reflection</a:t>
            </a:r>
            <a:br>
              <a:rPr lang="en-US" dirty="0"/>
            </a:br>
            <a:r>
              <a:rPr lang="en-US" dirty="0"/>
              <a:t>Each candidate shares why they are the right person for the role.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246505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C5A07-1C9D-F352-4CE5-9308D8C94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12677-D99F-A405-442F-A27FAE691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1862" y="44414"/>
            <a:ext cx="9404723" cy="1400530"/>
          </a:xfrm>
        </p:spPr>
        <p:txBody>
          <a:bodyPr/>
          <a:lstStyle/>
          <a:p>
            <a:r>
              <a:rPr lang="en-US" sz="3600" b="1" dirty="0"/>
              <a:t>1 Project Presentation :</a:t>
            </a:r>
            <a:br>
              <a:rPr lang="en-US" sz="3600" b="1" dirty="0"/>
            </a:br>
            <a:r>
              <a:rPr lang="en-US" sz="3600" b="1" dirty="0"/>
              <a:t> </a:t>
            </a:r>
            <a:r>
              <a:rPr lang="es-AR" sz="3600" dirty="0"/>
              <a:t>Why MeliTrack?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E5A92E22-4A25-462A-D180-E84C7D89D5CD}"/>
              </a:ext>
            </a:extLst>
          </p:cNvPr>
          <p:cNvSpPr txBox="1">
            <a:spLocks/>
          </p:cNvSpPr>
          <p:nvPr/>
        </p:nvSpPr>
        <p:spPr>
          <a:xfrm>
            <a:off x="140137" y="1343411"/>
            <a:ext cx="7766936" cy="109689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/>
              <a:t>📦 </a:t>
            </a:r>
            <a:r>
              <a:rPr lang="en-US" b="1" dirty="0"/>
              <a:t>Business Need at Mercado Libre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Mercado Libre handles thousands of deliveries every day. Sellers need a better way to track packages, delivery status, and customer feedback in one place.</a:t>
            </a:r>
          </a:p>
          <a:p>
            <a:endParaRPr lang="es-AR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2C29E95-85B7-097D-4BA3-F275E16319CE}"/>
              </a:ext>
            </a:extLst>
          </p:cNvPr>
          <p:cNvSpPr txBox="1"/>
          <p:nvPr/>
        </p:nvSpPr>
        <p:spPr>
          <a:xfrm>
            <a:off x="147484" y="2440310"/>
            <a:ext cx="10363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💡 </a:t>
            </a:r>
            <a:r>
              <a:rPr lang="en-US" b="1" dirty="0"/>
              <a:t>Solution: MeliTrack Dashboard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Project Name:</a:t>
            </a:r>
            <a:r>
              <a:rPr lang="en-US" dirty="0"/>
              <a:t> </a:t>
            </a:r>
            <a:r>
              <a:rPr lang="en-US" i="1" dirty="0"/>
              <a:t>MeliTrack</a:t>
            </a:r>
            <a:br>
              <a:rPr lang="en-US" dirty="0"/>
            </a:br>
            <a:r>
              <a:rPr lang="en-US" b="1" dirty="0"/>
              <a:t>Goal:</a:t>
            </a:r>
            <a:r>
              <a:rPr lang="en-US" dirty="0"/>
              <a:t> Help sellers monitor their shipments and feedback in real time.</a:t>
            </a:r>
            <a:br>
              <a:rPr lang="en-US" dirty="0"/>
            </a:br>
            <a:r>
              <a:rPr lang="en-US" b="1" dirty="0"/>
              <a:t>Sprint Duration:</a:t>
            </a:r>
            <a:r>
              <a:rPr lang="en-US" dirty="0"/>
              <a:t> 2 weeks</a:t>
            </a:r>
            <a:br>
              <a:rPr lang="en-US" dirty="0"/>
            </a:br>
            <a:r>
              <a:rPr lang="es-AR" b="1" dirty="0"/>
              <a:t>Tools Used: </a:t>
            </a:r>
            <a:r>
              <a:rPr lang="es-AR" dirty="0"/>
              <a:t>Jira (task tracking), GitHub (code repository), Figma (UI design), React (front-end), Node.js (back-</a:t>
            </a:r>
            <a:r>
              <a:rPr lang="es-AR" dirty="0" err="1"/>
              <a:t>end</a:t>
            </a:r>
            <a:r>
              <a:rPr lang="es-AR" dirty="0"/>
              <a:t>)</a:t>
            </a:r>
          </a:p>
          <a:p>
            <a:endParaRPr lang="es-AR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FEEC1F8-DEF7-1261-ECC5-E766E04D0D2B}"/>
              </a:ext>
            </a:extLst>
          </p:cNvPr>
          <p:cNvSpPr txBox="1"/>
          <p:nvPr/>
        </p:nvSpPr>
        <p:spPr>
          <a:xfrm>
            <a:off x="5378245" y="4954725"/>
            <a:ext cx="6441413" cy="175432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🧑‍💼 </a:t>
            </a:r>
            <a:r>
              <a:rPr lang="en-US" b="1" dirty="0"/>
              <a:t>Candidate Status</a:t>
            </a:r>
            <a:endParaRPr lang="en-US" dirty="0"/>
          </a:p>
          <a:p>
            <a:r>
              <a:rPr lang="en-US" dirty="0"/>
              <a:t>The candidates you will meet today have already passed the first selection filter.</a:t>
            </a:r>
            <a:br>
              <a:rPr lang="en-US" dirty="0"/>
            </a:br>
            <a:r>
              <a:rPr lang="en-US" dirty="0"/>
              <a:t>They are the top profiles for each SCRUM role and are now in the final interview stage</a:t>
            </a:r>
          </a:p>
          <a:p>
            <a:endParaRPr lang="es-AR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5FA9FCF-CE99-FD55-8D0B-F60CBE734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11097"/>
            <a:ext cx="3293806" cy="164690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355B332-2025-BEAD-0DC4-D9F84A62D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500" y="0"/>
            <a:ext cx="3723363" cy="247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65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AF1B3D-E3A6-4084-A1DA-09C6995D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/>
              <a:t>Stage 2: </a:t>
            </a:r>
            <a:r>
              <a:rPr lang="es-AR" dirty="0"/>
              <a:t>Candidate Introduction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831C49E-4965-0C86-5975-57C409DFA8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44549" y="0"/>
            <a:ext cx="2162175" cy="2114550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811CCCC-0EF7-A52E-313A-2158F04E1083}"/>
              </a:ext>
            </a:extLst>
          </p:cNvPr>
          <p:cNvSpPr txBox="1"/>
          <p:nvPr/>
        </p:nvSpPr>
        <p:spPr>
          <a:xfrm>
            <a:off x="449465" y="1514385"/>
            <a:ext cx="91984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🎯 </a:t>
            </a:r>
            <a:r>
              <a:rPr lang="en-US" b="1" dirty="0"/>
              <a:t>Objective of This Stage</a:t>
            </a:r>
            <a:endParaRPr lang="en-US" dirty="0"/>
          </a:p>
          <a:p>
            <a:r>
              <a:rPr lang="en-US" dirty="0"/>
              <a:t>Each candidate introduces themselves, explains their role in the SCRUM team, and describes their daily tasks, tools, and key strengths.</a:t>
            </a:r>
          </a:p>
          <a:p>
            <a:endParaRPr lang="es-AR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71DDC3F-748B-AD7B-7D71-EE6EFD20E77B}"/>
              </a:ext>
            </a:extLst>
          </p:cNvPr>
          <p:cNvSpPr txBox="1"/>
          <p:nvPr/>
        </p:nvSpPr>
        <p:spPr>
          <a:xfrm>
            <a:off x="646111" y="2650668"/>
            <a:ext cx="3460955" cy="203132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b="1" dirty="0"/>
              <a:t>SCRUM MASTER</a:t>
            </a:r>
          </a:p>
          <a:p>
            <a:pPr algn="ctr"/>
            <a:endParaRPr lang="es-AR" b="1" dirty="0"/>
          </a:p>
          <a:p>
            <a:pPr algn="ctr"/>
            <a:r>
              <a:rPr lang="es-AR" dirty="0"/>
              <a:t>MATIAS MANSILLA</a:t>
            </a:r>
          </a:p>
          <a:p>
            <a:pPr algn="ctr"/>
            <a:endParaRPr lang="es-AR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Facilitates process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 removes blockers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supports team flow</a:t>
            </a:r>
            <a:endParaRPr lang="es-AR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3D4E213-5A53-4D7D-5B37-1D9087B96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97" y="4958992"/>
            <a:ext cx="2922833" cy="1252642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C1DEF1CB-B958-893E-406E-30398C15E4DC}"/>
              </a:ext>
            </a:extLst>
          </p:cNvPr>
          <p:cNvSpPr txBox="1"/>
          <p:nvPr/>
        </p:nvSpPr>
        <p:spPr>
          <a:xfrm>
            <a:off x="4483233" y="2652689"/>
            <a:ext cx="3460955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b="1" dirty="0"/>
              <a:t>PRODUCT OWNER</a:t>
            </a:r>
          </a:p>
          <a:p>
            <a:pPr algn="ctr"/>
            <a:endParaRPr lang="es-AR" b="1" dirty="0"/>
          </a:p>
          <a:p>
            <a:pPr algn="ctr"/>
            <a:r>
              <a:rPr lang="es-AR" dirty="0"/>
              <a:t>LAUTARO LOPEZ</a:t>
            </a:r>
          </a:p>
          <a:p>
            <a:pPr algn="ctr"/>
            <a:endParaRPr lang="es-AR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Defines product vision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manages backlog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 connects with stakeholders</a:t>
            </a:r>
            <a:endParaRPr lang="es-AR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E00A692-1A83-E247-8F28-F4E317E227EB}"/>
              </a:ext>
            </a:extLst>
          </p:cNvPr>
          <p:cNvSpPr txBox="1"/>
          <p:nvPr/>
        </p:nvSpPr>
        <p:spPr>
          <a:xfrm>
            <a:off x="8320356" y="2652689"/>
            <a:ext cx="3460955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b="1" dirty="0"/>
              <a:t>DEVELOPER</a:t>
            </a:r>
          </a:p>
          <a:p>
            <a:pPr algn="ctr"/>
            <a:endParaRPr lang="es-AR" b="1" dirty="0"/>
          </a:p>
          <a:p>
            <a:pPr algn="ctr"/>
            <a:r>
              <a:rPr lang="es-AR" dirty="0"/>
              <a:t>EMILIANO JARA</a:t>
            </a:r>
          </a:p>
          <a:p>
            <a:pPr algn="ctr"/>
            <a:endParaRPr lang="es-AR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Builds features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 tests code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collaborates with the team</a:t>
            </a:r>
            <a:endParaRPr lang="es-AR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183A208B-E9F8-664A-E260-12E786B43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4848" y="5075092"/>
            <a:ext cx="1919402" cy="160265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337B15A9-3C3E-2BB0-0A25-385419280D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9888" y="5075092"/>
            <a:ext cx="1919402" cy="168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56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6B58F-B3A0-7B4E-8C3B-C05ED3322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AE1633-BD1D-8334-A418-80574069B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607" y="411654"/>
            <a:ext cx="9404723" cy="1400530"/>
          </a:xfrm>
        </p:spPr>
        <p:txBody>
          <a:bodyPr/>
          <a:lstStyle/>
          <a:p>
            <a:r>
              <a:rPr lang="es-AR" sz="4400" b="1" dirty="0"/>
              <a:t>Stage 3</a:t>
            </a:r>
            <a:r>
              <a:rPr lang="es-AR" sz="4400" dirty="0"/>
              <a:t>: Role-</a:t>
            </a:r>
            <a:r>
              <a:rPr lang="es-AR" sz="4400" dirty="0" err="1"/>
              <a:t>Specific</a:t>
            </a:r>
            <a:r>
              <a:rPr lang="es-AR" sz="4400" dirty="0"/>
              <a:t> Questions</a:t>
            </a:r>
            <a:endParaRPr lang="es-AR" dirty="0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55965B06-2786-BA59-007D-51854EE7E1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97065" y="0"/>
            <a:ext cx="2162175" cy="2114550"/>
          </a:xfr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53A0FA6-615F-06C8-EBB7-805AA69426D8}"/>
              </a:ext>
            </a:extLst>
          </p:cNvPr>
          <p:cNvSpPr txBox="1"/>
          <p:nvPr/>
        </p:nvSpPr>
        <p:spPr>
          <a:xfrm>
            <a:off x="393290" y="2521059"/>
            <a:ext cx="3480620" cy="181588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AR" sz="2800" b="1" dirty="0"/>
              <a:t>SCRUM Master</a:t>
            </a:r>
          </a:p>
          <a:p>
            <a:endParaRPr lang="es-AR" sz="2800" dirty="0"/>
          </a:p>
          <a:p>
            <a:r>
              <a:rPr lang="es-AR" sz="2800" dirty="0"/>
              <a:t>Handling team tension or blockers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347E41-3B67-82F8-186C-E027E5D4B192}"/>
              </a:ext>
            </a:extLst>
          </p:cNvPr>
          <p:cNvSpPr txBox="1"/>
          <p:nvPr/>
        </p:nvSpPr>
        <p:spPr>
          <a:xfrm>
            <a:off x="4408944" y="2526204"/>
            <a:ext cx="3374112" cy="224676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s-AR" sz="2800" b="1" dirty="0"/>
              <a:t>Product Owner</a:t>
            </a:r>
          </a:p>
          <a:p>
            <a:endParaRPr lang="es-AR" sz="2800" dirty="0"/>
          </a:p>
          <a:p>
            <a:r>
              <a:rPr lang="en-US" sz="2800" dirty="0"/>
              <a:t>Managing priorities and backlog decisions</a:t>
            </a:r>
            <a:endParaRPr lang="es-AR" sz="28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99DD071-C35A-7BE4-56D4-D9F20494DB62}"/>
              </a:ext>
            </a:extLst>
          </p:cNvPr>
          <p:cNvSpPr txBox="1"/>
          <p:nvPr/>
        </p:nvSpPr>
        <p:spPr>
          <a:xfrm>
            <a:off x="8603226" y="2526204"/>
            <a:ext cx="2959509" cy="267765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AR" sz="2800" b="1" dirty="0"/>
              <a:t>Developer</a:t>
            </a:r>
          </a:p>
          <a:p>
            <a:endParaRPr lang="es-AR" sz="2800" dirty="0"/>
          </a:p>
          <a:p>
            <a:r>
              <a:rPr lang="en-US" sz="2800" dirty="0"/>
              <a:t>Solving technical issues under time pressure</a:t>
            </a:r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2717602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0A278-32DB-1AD6-4764-68BDDEAB1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1C93C2-F1D4-E51A-F070-AE84A9376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607" y="411654"/>
            <a:ext cx="9404723" cy="1400530"/>
          </a:xfrm>
        </p:spPr>
        <p:txBody>
          <a:bodyPr/>
          <a:lstStyle/>
          <a:p>
            <a:r>
              <a:rPr lang="es-AR" sz="4400" b="1" dirty="0"/>
              <a:t>Stage 4: </a:t>
            </a:r>
            <a:r>
              <a:rPr lang="es-AR" sz="4400" dirty="0"/>
              <a:t>Final Reflections</a:t>
            </a:r>
            <a:endParaRPr lang="es-AR" dirty="0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931E574F-9DF5-D249-A817-D143853ED5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97065" y="0"/>
            <a:ext cx="2162175" cy="2114550"/>
          </a:xfr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E6ED612-9D5B-4C3F-80E8-731ED0A844AC}"/>
              </a:ext>
            </a:extLst>
          </p:cNvPr>
          <p:cNvSpPr txBox="1"/>
          <p:nvPr/>
        </p:nvSpPr>
        <p:spPr>
          <a:xfrm>
            <a:off x="324465" y="2282831"/>
            <a:ext cx="845574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🎯 </a:t>
            </a:r>
            <a:r>
              <a:rPr lang="en-US" sz="2800" b="1" dirty="0"/>
              <a:t>Objective of This Stage</a:t>
            </a:r>
            <a:endParaRPr lang="en-US" sz="2800" dirty="0"/>
          </a:p>
          <a:p>
            <a:r>
              <a:rPr lang="en-US" sz="2800" dirty="0"/>
              <a:t>Each candidate shares why they want to join the MeliTrack team and how they can contribute.</a:t>
            </a:r>
          </a:p>
          <a:p>
            <a:endParaRPr lang="es-AR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EECF3CB-D91C-E4AE-AA6B-D4D9A53EC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059" y="3915391"/>
            <a:ext cx="4331006" cy="243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150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456</TotalTime>
  <Words>368</Words>
  <Application>Microsoft Office PowerPoint</Application>
  <PresentationFormat>Panorámica</PresentationFormat>
  <Paragraphs>54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Arial</vt:lpstr>
      <vt:lpstr>Century Gothic</vt:lpstr>
      <vt:lpstr>Wingdings 3</vt:lpstr>
      <vt:lpstr>Ion</vt:lpstr>
      <vt:lpstr>SCRUM Team Interview – Mercado Libre Project</vt:lpstr>
      <vt:lpstr>1 Project Presentation :  Why MeliTrack?</vt:lpstr>
      <vt:lpstr>Stage 2: Candidate Introduction</vt:lpstr>
      <vt:lpstr>Stage 3: Role-Specific Questions</vt:lpstr>
      <vt:lpstr>Stage 4: Final Reflections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Diaco</dc:creator>
  <cp:lastModifiedBy>Laura Diaco</cp:lastModifiedBy>
  <cp:revision>2</cp:revision>
  <dcterms:created xsi:type="dcterms:W3CDTF">2025-11-02T20:15:46Z</dcterms:created>
  <dcterms:modified xsi:type="dcterms:W3CDTF">2025-11-09T23:05:18Z</dcterms:modified>
</cp:coreProperties>
</file>